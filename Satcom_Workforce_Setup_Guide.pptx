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SATCOM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  <a:latin typeface="Calibri"/>
              </a:defRPr>
            </a:pPr>
            <a:r>
              <a:t>Setup &amp; Testing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5661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Complete guide to set up and test the platform on</a:t>
            </a:r>
            <a:br/>
            <a:r>
              <a:t>macOS, Linux, and Windows machines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Employee Tracking  |  Attendance  |  Scheduling  |  Mobile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Next.js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Role-based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Attendance &amp; timesheets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Leave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Scheduling &amp;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Real-time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Admin settings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463040"/>
            <a:ext cx="338328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463040"/>
            <a:ext cx="338328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NestJS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RESTful API (80+ endpoints)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017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JWT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474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Role-based access (RBAC)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PostgreSQL + Prisma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Redis caching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MinIO file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5303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WebSocket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463040"/>
            <a:ext cx="338328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463040"/>
            <a:ext cx="338328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Expo React 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iOS &amp; Android via Expo 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017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GPS geofence check-in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Timesheet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Leave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Team chat &amp; voice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Push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3035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Works on same WiFi (no 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Prerequisites (Auto-Installed)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The setup scripts automatically install everything. You just need: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6517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Prerequisite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26517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Windows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6517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65176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Docker Desktop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winget (auto)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Homebrew (auto)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651760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get.docker.com (auto)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0040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Node.js 20+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20040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winget (auto)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Homebrew (auto)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20040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NodeSource (auto)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749039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49039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Included with Docker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Included with 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749039"/>
            <a:ext cx="265176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Plugin (auto)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97679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343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WSL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297679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4343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wsl --install (manual)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97679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343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297679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4343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Windows only: Run  wsl --install  in PowerShell (Admin) and restart before running setup.</a:t>
            </a:r>
            <a:br/>
            <a:r>
              <a:t>Everything else is fully automatic.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Windows Setup (2 Options)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Option A: Double-Click Installer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1.  Enable WSL 2 (one-time):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06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Open PowerShell as Admin, run:  wsl --install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35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Restart your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  Double-click  setup.bat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It auto-elevates to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52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Installs Docker + Node.js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Starts all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Opens Expo in a new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3.  Done! Open http://localhost:3000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212080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554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Option B: PowerShell Command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1.  Enable WSL 2 (one-time):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700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  wsl --install  then restart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62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3255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2.  Open PowerShell as Administrator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47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3.  Navigate to project folder: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3308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  cd C:\Projects\satcom_employeetracker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256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492240" y="4718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4.  Run the setup script: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0109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  Set-ExecutionPolicy Bypass -Scope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  -Force; .\setup.ps1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961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92240" y="58887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5.  Done! Open http://localhost:3000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macOS / Linux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One command. Fully automatic.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144000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Courier New"/>
              </a:defRPr>
            </a:pPr>
            <a:r>
              <a:t>chmod +x setup.sh &amp;&amp; ./setup.sh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What the script does: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 Detects your OS (macOS / Ubuntu / Fedora / Arch)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73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 Installs Docker via Homebrew / apt / dnf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572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 Installs Node.js 20 via Homebrew / NodeSource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412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4.  Detects your LAN IP for mobile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25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5.  Creates all .env config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6.  Updates CORS for LAN mobile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773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7.  Starts PostgreSQL, Redis, MinIO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1572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8.  Builds &amp; starts API + Web in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5412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9.  Installs npm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925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10. Starts Expo mobile dev server on 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Mobile App Testing (No Cloud Required)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114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Test on real Android &amp; iOS devices using the same WiFi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1.  Install Expo Go from Google Play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9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3621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  Connect phone to same WiFi as your computer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22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05840" y="4224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3.  Open Expo Go app on your 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05840" y="48280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4.  Scan the QR code shown in the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97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Or enter manually: exp://&lt;YOUR_LAN_IP&gt;:8081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31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05840" y="5733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5.  The app loads directly - no cloud needed!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521208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5212080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iOS (iPhone / iPad)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1.  Install Expo Go from the App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9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9224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  Connect iPhone to same WiFi as your computer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227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92240" y="42245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3.  Open your iPhone Camera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92240" y="482803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4.  Point camera at the QR code in terminal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2978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     Tap the notification banner to open in Expo 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315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92240" y="57332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5.  The app loads directly - no cloud needed!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Demo Accounts &amp; URLs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85623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828800"/>
            <a:ext cx="22860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8562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828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Web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286000"/>
            <a:ext cx="320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3042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http://localhost:3000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28600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3042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Main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9748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15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69748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2715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http://localhost:3003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69748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7157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08960"/>
            <a:ext cx="1828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272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Mobile Dev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108960"/>
            <a:ext cx="320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127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http://&lt;LAN_IP&gt;:8081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10896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3127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Expo dev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5204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5387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52044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3538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localhost:5432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52044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3538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828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9502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931920"/>
            <a:ext cx="320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950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localhost:6379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93192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3950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3434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3616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34340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4361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localhost:9000 / 9001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34340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43616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File storage / Console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Login Credentials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303520"/>
            <a:ext cx="18288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3309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5303520"/>
            <a:ext cx="32004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53309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5303520"/>
            <a:ext cx="22860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5330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Password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760720"/>
            <a:ext cx="1828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7790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SuperAdmin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5760720"/>
            <a:ext cx="320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7480" y="57790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admin@satcom.com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576072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97880" y="5779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Password123!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61722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61904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617220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6190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hr@satcom.com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617220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97880" y="6190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Password123!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6583680"/>
            <a:ext cx="18288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6019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Manager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6583680"/>
            <a:ext cx="320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97480" y="6601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manager@satcom.com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6583680"/>
            <a:ext cx="22860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97880" y="6601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Password123!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699516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" y="70134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Employee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0" y="699516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97480" y="70134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john@satcom.com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699516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97880" y="7013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Password123!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Docker not responding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Start Docker Desktop manually. On Windows, check that WSL 2 is enabled.</a:t>
            </a:r>
            <a:br/>
            <a:r>
              <a:t>Run: wsl --install  then restart.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Port already in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Windows:  netstat -ano | findstr :3003  then  taskkill /PID &lt;PID&gt; /F</a:t>
            </a:r>
            <a:br/>
            <a:r>
              <a:t>macOS/Linux:  lsof -ti:3003 | xargs kill -9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winget not found (Windows)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Install 'App Installer' from Microsoft Store.</a:t>
            </a:r>
            <a:br/>
            <a:r>
              <a:t>https://apps.microsoft.com/detail/9nblggh4nns1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77639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593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Expo QR code not working on 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70247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Ensure phone and computer are on the same WiFi network.</a:t>
            </a:r>
            <a:br/>
            <a:r>
              <a:t>Windows: Allow Node.js through firewall, or run:</a:t>
            </a:r>
            <a:br/>
            <a:r>
              <a:t>New-NetFirewallRule -DisplayName "Expo" -Direction Inbound -LocalPort 8081 -Protocol TCP -Action Allow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Mobile can't reach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389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Windows Firewall may block port 3003. Run:</a:t>
            </a:r>
            <a:br/>
            <a:r>
              <a:t>New-NetFirewallRule -DisplayName "Satcom API" -Direction Inbound -LocalPort 3003 -Protocol TCP -Action Allow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15000"/>
            <a:ext cx="7315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96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API health check failing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007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Check logs:  docker logs satcom-api</a:t>
            </a:r>
            <a:br/>
            <a:r>
              <a:t>Common cause: PostgreSQL not ready yet. Wait and re-run script.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Useful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Stop all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compose -f docker-compose.prod.yml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Start services (no rebuild)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04288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compose -f docker-compose.prod.yml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96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Rebuild after code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71216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compose -f docker-compose.prod.yml up -d --build api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638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View API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38144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1985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logs -f satcom-api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30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View Web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05072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8678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logs -f satcom-web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Database GUI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537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cd apps/api &amp;&amp; npx prisma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Start mobile (macOS/Linux)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138928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cd apps/mobile &amp;&amp; npx expo start --host 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Start mobile (Windows)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705856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cd apps\mobile; $env:EXPO_PUBLIC_API_URL='http://&lt;IP&gt;:3003/api/v1'; npx expo start --host 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98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Reset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72784"/>
            <a:ext cx="106984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2544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docker compose -f docker-compose.prod.yml down -v &amp;&amp; docker compose -f docker-compose.prod.yml up -d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011680" cy="1371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(localhost:3000)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2011680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Phone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(Expo 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286000"/>
            <a:ext cx="201168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Next.js Web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(Docker)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2286000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NestJS API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(:3003 Docker)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011680" cy="1097280"/>
          </a:xfrm>
          <a:prstGeom prst="rect">
            <a:avLst/>
          </a:prstGeom>
          <a:solidFill>
            <a:srgbClr val="336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(:5432)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200400"/>
            <a:ext cx="201168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(:6379)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4389120"/>
            <a:ext cx="201168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MinIO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(:9000)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114800"/>
            <a:ext cx="201168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Expo Dev</a:t>
            </a:r>
          </a:p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(:8081 LAN)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ourier New"/>
              </a:defRPr>
            </a:pPr>
            <a:r>
              <a:t>--&gt;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Ready to Go!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0175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Calibri"/>
              </a:defRPr>
            </a:pPr>
            <a:r>
              <a:t>macOS / Linux:   chmod +x setup.sh &amp;&amp; ./setup.sh</a:t>
            </a:r>
            <a:br/>
            <a:br/>
            <a:r>
              <a:t>Windows:            Double-click setup.bat</a:t>
            </a:r>
            <a:br/>
            <a:br/>
            <a:r>
              <a:t>That's it. Everything installs and starts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Satcom Workforce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